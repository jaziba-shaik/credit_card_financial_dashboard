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3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1E2955-1B7B-46C4-976F-D75C51BECF69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F0788-8D11-447D-BEC5-62A5BDFF82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24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F0788-8D11-447D-BEC5-62A5BDFF82C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547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3"/>
          <a:srcRect b="1627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</Words>
  <Application>Microsoft Office PowerPoint</Application>
  <PresentationFormat>On-screen Show (4:3)</PresentationFormat>
  <Paragraphs>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jaziba shaik</dc:creator>
  <cp:keywords/>
  <dc:description>generated using python-pptx</dc:description>
  <cp:lastModifiedBy>jaziba shaik</cp:lastModifiedBy>
  <cp:revision>2</cp:revision>
  <dcterms:created xsi:type="dcterms:W3CDTF">2013-01-27T09:14:16Z</dcterms:created>
  <dcterms:modified xsi:type="dcterms:W3CDTF">2025-12-19T19:51:50Z</dcterms:modified>
  <cp:category/>
</cp:coreProperties>
</file>